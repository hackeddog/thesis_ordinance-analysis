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xical_leading_topic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" y="508634"/>
            <a:ext cx="14447520" cy="81267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xical_leading_topic_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347" y="91439"/>
            <a:ext cx="10389704" cy="8961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xical_interpretable_topic_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347" y="91439"/>
            <a:ext cx="10389704" cy="8961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xical_yearly_topic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" y="508634"/>
            <a:ext cx="14447520" cy="8126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mantic_leading_topic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" y="508634"/>
            <a:ext cx="14447520" cy="8126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mantic_leading_topic_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347" y="91439"/>
            <a:ext cx="10389704" cy="8961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mantic_interpretable_topic_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347" y="91439"/>
            <a:ext cx="10389704" cy="8961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mantic_yearly_topic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" y="508634"/>
            <a:ext cx="14447520" cy="81267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topic summaries — draft descriptive titles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