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xical_leading_topic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508634"/>
            <a:ext cx="14447520" cy="81267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xical_leading_topic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47" y="91439"/>
            <a:ext cx="10389704" cy="8961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xical_interpretable_topic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47" y="91439"/>
            <a:ext cx="10389704" cy="8961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xical_yearly_topic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508634"/>
            <a:ext cx="14447520" cy="8126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antic_leading_topic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508634"/>
            <a:ext cx="14447520" cy="8126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antic_leading_topic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47" y="91439"/>
            <a:ext cx="10389704" cy="8961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antic_interpretable_topic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47" y="91439"/>
            <a:ext cx="10389704" cy="8961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antic_yearly_topic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508634"/>
            <a:ext cx="14447520" cy="8126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topic summaries — Conservative · seed 42 — draft descriptive titles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